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4F286A-82AF-42DD-B23B-77F0EB4B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5A064F-F288-4246-A5EB-CA5FF9B88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0045B5-1DB3-4C1A-8A1D-E6EC4EC0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3690-B1A3-4791-8950-995BA65499B0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186CAD-3841-4ABC-83D2-EF055875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6FC428-6D46-4F20-97D8-5BE54F1A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ED5E4-9604-4487-AF84-E7A882A6AC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942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21F29-CDE7-459B-847F-B36BF07E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6DE417-39E9-4285-B21C-5622B2A51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3E736F-FCA2-44AF-9758-8A1FBD58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3690-B1A3-4791-8950-995BA65499B0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6C6FC1-E5D9-4231-BBE8-4012FA8B5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28EC7B-6AA4-48DA-8AA2-0F1342FE8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ED5E4-9604-4487-AF84-E7A882A6AC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93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22E45B-2286-439F-85E3-2ABEA0E84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BD81F8-B683-42DA-8CB1-139CD91CE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6B8C87-6AB9-4207-B839-D187EECD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3690-B1A3-4791-8950-995BA65499B0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C64431-2EB5-4233-AEF0-223480349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2B9BE6-F3F7-4458-8621-79E1C3AC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ED5E4-9604-4487-AF84-E7A882A6AC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699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CBC9F8-D6AF-4BD1-94A7-06B222574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BE5640-D49A-4610-8ED3-4E29BF191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05279E-3AAA-459E-AB2E-2C55369D2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42F916-20CF-407A-B0F1-AA644048F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3690-B1A3-4791-8950-995BA65499B0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0A0206-F991-4F1D-996F-DCBB06F2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55A2C6-293A-4719-9416-D44BD7903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ED5E4-9604-4487-AF84-E7A882A6AC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30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76330F-B82F-44C9-9F4E-4ADBD3092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50F52C-C368-4542-B31B-13A8A8935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EC57D7-B51F-47C0-AB70-3EB30731F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432B1F0-249A-4159-AA4F-4AE393784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8C098AA-A75F-4506-B68B-754B990DF1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57EE468-1894-4152-8CD3-3AD16FA89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3690-B1A3-4791-8950-995BA65499B0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9D14E4B-F60B-498D-9588-C048B1C32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9DC5D71-7AC6-4A61-A2E7-05D3822B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ED5E4-9604-4487-AF84-E7A882A6AC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543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EFD82A-3D22-462E-9A8B-3EB889D7F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B036F4C-D35C-4724-9DBE-C624269B5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3690-B1A3-4791-8950-995BA65499B0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6018751-85BA-47EF-AF81-18DC9AC4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2B30BA-8514-4FEC-89A9-87B70A27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ED5E4-9604-4487-AF84-E7A882A6AC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055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D96A4D9-25CB-4982-BB00-B3710954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3690-B1A3-4791-8950-995BA65499B0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93EEAD-AAE9-4C71-A639-DBC80615B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0BB147-1AB5-416F-9672-800FAD697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ED5E4-9604-4487-AF84-E7A882A6AC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3767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90ABAB-20FA-42E4-830C-3D9165FE9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8B8AC9-171D-4059-BFF7-2840CEF59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8DE74B-CE51-46A8-BA74-80812C21F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9271EC-7785-4BC3-8825-64520121C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3690-B1A3-4791-8950-995BA65499B0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08E9D6-8C53-42A4-89D6-5F194029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C7F951-34DA-4ACD-B325-401E83691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ED5E4-9604-4487-AF84-E7A882A6AC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2697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E95665-49E8-4B6D-8707-8324F809A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D5444BB-ABC7-4B07-8B12-1ED170E144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451F88-C958-4BBE-A34E-830BE82FD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C4AE8C-A7F0-4B8B-8110-91CA0C2A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3690-B1A3-4791-8950-995BA65499B0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4C9C72-02EC-4689-8EED-4EB45B45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54F2DD-76AA-43B9-BC29-55C6BB6E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ED5E4-9604-4487-AF84-E7A882A6AC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5919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CE3C6-C4E8-47DB-A9F2-694D16A7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F01FE4-407B-4423-8C8E-3AA8645B2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8872AA-A6C9-43EE-ABED-B371904ED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3690-B1A3-4791-8950-995BA65499B0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CF7EB2-B13D-4859-BF45-55CF174F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C02EC7-2946-4037-815B-481452A90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ED5E4-9604-4487-AF84-E7A882A6AC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52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D6B9B88-8F94-46FE-8FF1-19AC61EDC7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6963EC-3471-4EBE-951C-028F150D0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7F45F9-2C11-443D-9E36-0DE7CB0D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B3690-B1A3-4791-8950-995BA65499B0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208B3-798B-4B0B-80D3-F3DA035B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E6A276-52DE-4F1A-990D-30B82A78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ED5E4-9604-4487-AF84-E7A882A6AC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00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660E116-B1B0-4396-89A8-50F856B6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10E444-9B61-4B47-AF92-39F2D78DB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4BB32C-007E-4C90-8459-C131142B2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B3690-B1A3-4791-8950-995BA65499B0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F4B542-12D7-44B7-A64C-11B8EC46A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5D5548-25D6-4F77-8488-3E4F8F7FD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ED5E4-9604-4487-AF84-E7A882A6AC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066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984E6E2-9D98-4895-ADE8-640CF8BAA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420" y="0"/>
            <a:ext cx="5139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24516307</dc:creator>
  <cp:lastModifiedBy>24516307</cp:lastModifiedBy>
  <cp:revision>1</cp:revision>
  <dcterms:created xsi:type="dcterms:W3CDTF">2025-11-07T10:15:12Z</dcterms:created>
  <dcterms:modified xsi:type="dcterms:W3CDTF">2025-11-07T10:15:16Z</dcterms:modified>
</cp:coreProperties>
</file>